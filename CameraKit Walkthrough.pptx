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59" r:id="rId7"/>
    <p:sldId id="260" r:id="rId8"/>
    <p:sldId id="25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6" r:id="rId21"/>
    <p:sldId id="275" r:id="rId22"/>
    <p:sldId id="278" r:id="rId23"/>
    <p:sldId id="277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8556-7725-4EC2-9E22-844F1787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C220B-E349-49C4-98BA-1280571E3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C00E-ACD6-44CA-8224-CB3DB125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9A021-17A9-45F3-A626-C1012399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3021-7A36-4B61-B9E8-423498D0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017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708B-4423-46ED-9B6A-1F79FB5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DAA1-BDA3-48F7-A04B-843DE3EA7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28550-1AFE-4C14-856E-4B7EF86E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B6DA5-9A9F-4BC5-9F53-FA7213D1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9ACD1-1E2A-452B-A286-3040B87C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7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4AE1-3DC6-4CA6-90E5-CB59891E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1BD8-E37D-4989-86A5-6C39E941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F3095-DE6B-4A00-8F86-049B190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36D7-17A5-4B3E-921C-0408CC9A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9B3E-F607-457B-A5F0-7ADC63F0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111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C5CF-3E8C-4425-884A-A11B5C99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9D33-150F-43C6-B118-597B99584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15084-9492-4300-AB35-6CEA12D30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9F8D8-1FBF-47FA-8C9D-1F1A37FB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670F0-42B2-426F-B15E-AA9A5059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CC49D-06C7-4E57-BC27-59849FCF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041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CD42-8D80-47C2-9153-8F3BB114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5312E-CAAD-4E6E-AEBB-6BAE6B0E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0C220-71EE-4A34-B1D6-8C3281E18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7E44C-00CD-49CF-8F88-FB95E43E0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499B6-F5AD-4FE7-8DB8-3ECE0B0CA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705D9-26C3-4DC9-A227-3296EF5A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D879B-129A-45BB-8D4B-6CFF760C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2E703-F98E-46A7-876B-9134A2A3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550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9FA1-811E-4400-BCE8-78BA05D7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59ADF-E181-48AC-BF17-08E774A7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11003-AE3A-4ECA-A9CE-4E468881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2D5D6-18AD-4426-8A81-FFE59BDF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589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66776-0C4E-4CA9-841D-F0621EE0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177FB-0825-47EE-9BC6-83DAAEA4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DCC5-16B2-4506-A9AB-A1DFE6BB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302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B7FA-DA09-4FA4-BFE2-B6D898C8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6A0C0-1C19-4599-902B-D35344F3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37FA8-C5E5-4679-9555-4C480B170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20B19-2595-4058-8B17-A6A2C555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BD-375D-430E-A046-DE5637DB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98319-1278-4274-8A1F-2067D991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599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0C1D-99ED-4425-A07C-30A11BFC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9D389-BB1E-43F1-960D-20A61742F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2496-9F0D-4819-8DF1-12224324B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71559-CD4F-4311-9612-7FF856A6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D2ADD-E9C7-4F6C-B321-DC959EAB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A841-B1B9-401F-8C51-B89993C9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4928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9A2F-2853-441B-851E-AAB0B6C9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AE8B5-FA9C-4D98-8759-A68C2BFE7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B224A-95D1-4FC9-B456-BCC978D6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3504-B422-4C96-A05B-8EB3ED07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F785-76F1-405F-8F10-5546BDFF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48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9C6F5-4DED-4401-8711-9385040B0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07DAA-4050-4EF4-929E-235F8BD60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46A3-B211-4E1D-8D74-3AB84DB8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3BFC6-507B-454A-8BFB-C5C11C88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77415-59A6-46C3-966F-33511D74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539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BEC57-8157-4A0F-8BFA-27692DD0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B4BD0-8BE2-4E8B-AEEB-1319836B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5C29E-6CA1-46FA-BB52-2B124A06C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B6EC9-C718-4390-853C-59E596581ED2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D600-A906-4CE8-A57F-5D0A779EF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54069-48BD-4B05-ACB7-F55BA6030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872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61E0-FA94-43A1-A514-ED8BD9FC33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err="1"/>
              <a:t>CameraKit</a:t>
            </a:r>
            <a:r>
              <a:rPr lang="en-IE" dirty="0"/>
              <a:t> Walkthrough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1029C-7098-41E2-91CC-A17A69D89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878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8EDB7-33BD-4DD2-82C7-BBEC890E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88" y="2800734"/>
            <a:ext cx="6192114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26E8E-6917-4BD7-B429-8F590D7D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57" y="1904787"/>
            <a:ext cx="9030960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5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CB04F6-9669-4322-9B09-9D4A9850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89" y="1528815"/>
            <a:ext cx="7332763" cy="38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4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26E8E-6917-4BD7-B429-8F590D7D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57" y="1904787"/>
            <a:ext cx="9030960" cy="304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98EDB7-33BD-4DD2-82C7-BBEC890E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22" y="139727"/>
            <a:ext cx="6192114" cy="1400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B04F6-9669-4322-9B09-9D4A9850D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150" y="4953212"/>
            <a:ext cx="3703057" cy="191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4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F98BC-003F-46BD-A162-AC853402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1" y="1927773"/>
            <a:ext cx="10078857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169860-E41D-46E7-836D-F2DB368A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699706"/>
            <a:ext cx="9793067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8F8523-EBD4-43FE-9A27-6A7BFCA4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26" y="5048254"/>
            <a:ext cx="5944430" cy="1467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7CF325-EFBC-4BC5-B6EB-D62A7A04C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30" y="1175989"/>
            <a:ext cx="905953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5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153D77-D444-43D7-B16C-F5D3D4F4A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13" y="156444"/>
            <a:ext cx="9075024" cy="67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2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0C5F3-DB1D-46E1-ABE8-BF60B71C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51" y="218950"/>
            <a:ext cx="7033179" cy="665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0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D9718-3BEE-49FD-BF6A-D948923A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443"/>
            <a:ext cx="12192000" cy="46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2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14A14-9E25-4E41-9B20-D7BBC995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4" y="1871759"/>
            <a:ext cx="12007065" cy="316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45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293B36-558A-4469-88AB-21883A1A3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833"/>
            <a:ext cx="12192000" cy="510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2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6D0AD9-1102-4246-8AD0-0C0A0EF6A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2" y="724185"/>
            <a:ext cx="11840217" cy="531702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49275-1D75-46B5-B3A8-37A4DEA2AA89}"/>
              </a:ext>
            </a:extLst>
          </p:cNvPr>
          <p:cNvCxnSpPr/>
          <p:nvPr/>
        </p:nvCxnSpPr>
        <p:spPr>
          <a:xfrm flipH="1">
            <a:off x="6893959" y="2992348"/>
            <a:ext cx="2044557" cy="873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32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CF9898-82B1-4C0F-9815-C8BF72DD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08" y="1407559"/>
            <a:ext cx="10201269" cy="4407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8E2C8B-FA03-4BDB-9732-40C6BE6AA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162"/>
            <a:ext cx="5875204" cy="10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78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49D424-98B0-4AB5-BF6A-869B47A31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6" y="2368152"/>
            <a:ext cx="10815263" cy="17718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1A1CBE5-9B6F-421A-B2EA-1D184ED1DFE0}"/>
              </a:ext>
            </a:extLst>
          </p:cNvPr>
          <p:cNvCxnSpPr/>
          <p:nvPr/>
        </p:nvCxnSpPr>
        <p:spPr>
          <a:xfrm flipH="1">
            <a:off x="8979614" y="1921029"/>
            <a:ext cx="1140431" cy="1333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56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B5D80D-B59C-442E-B2FF-9F3007236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88" y="4256431"/>
            <a:ext cx="10259857" cy="24958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68E8B7-AD95-4868-A356-C3E07B35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88" y="105671"/>
            <a:ext cx="966922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88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89285C-CCEA-440F-9213-9D38D53C3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932"/>
          <a:stretch/>
        </p:blipFill>
        <p:spPr>
          <a:xfrm>
            <a:off x="1018317" y="1438381"/>
            <a:ext cx="9872290" cy="4746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487A2E-5CA2-4D5A-8FA1-2D0F0D12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6" y="417290"/>
            <a:ext cx="5875204" cy="10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42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EFC0DE-5338-40A5-90EB-BFAC46E8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9" y="557635"/>
            <a:ext cx="10746768" cy="54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12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3AAA9-A207-4316-91EC-3AF239395A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58"/>
          <a:stretch/>
        </p:blipFill>
        <p:spPr>
          <a:xfrm>
            <a:off x="915665" y="760379"/>
            <a:ext cx="8278439" cy="53372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1136E4-7548-4FAD-B7B9-BE921768F77E}"/>
              </a:ext>
            </a:extLst>
          </p:cNvPr>
          <p:cNvCxnSpPr>
            <a:cxnSpLocks/>
          </p:cNvCxnSpPr>
          <p:nvPr/>
        </p:nvCxnSpPr>
        <p:spPr>
          <a:xfrm flipH="1">
            <a:off x="6421348" y="2250040"/>
            <a:ext cx="4448710" cy="15308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590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56C74B-D82A-4F8A-822A-2162991F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3" y="2520301"/>
            <a:ext cx="10630328" cy="43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1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404EF0-09B9-4AD7-997D-077CA6A9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00" y="1833936"/>
            <a:ext cx="7754432" cy="41725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85CA1F-335F-49E8-A44C-B0BEF4E9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6" y="458387"/>
            <a:ext cx="5875204" cy="10210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BFBCE9-02C2-4D4D-864F-9463DAE0227D}"/>
              </a:ext>
            </a:extLst>
          </p:cNvPr>
          <p:cNvCxnSpPr/>
          <p:nvPr/>
        </p:nvCxnSpPr>
        <p:spPr>
          <a:xfrm flipH="1">
            <a:off x="5097158" y="5034337"/>
            <a:ext cx="1592495" cy="698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B7052-677A-47E6-ADE8-D5D08A0F46C8}"/>
              </a:ext>
            </a:extLst>
          </p:cNvPr>
          <p:cNvCxnSpPr/>
          <p:nvPr/>
        </p:nvCxnSpPr>
        <p:spPr>
          <a:xfrm flipV="1">
            <a:off x="3711860" y="6006468"/>
            <a:ext cx="82193" cy="851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5922457-6E7C-4DD4-A70A-B59541DF4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00" y="1350368"/>
            <a:ext cx="607779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57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D2C53-924D-42BB-AB46-9EC351826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36" y="150332"/>
            <a:ext cx="8169528" cy="66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36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64680-E3BC-447B-9F54-26D55F1DC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113837"/>
            <a:ext cx="9707330" cy="663032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060E63-DDD1-4117-9B17-75BCB06F3E78}"/>
              </a:ext>
            </a:extLst>
          </p:cNvPr>
          <p:cNvCxnSpPr/>
          <p:nvPr/>
        </p:nvCxnSpPr>
        <p:spPr>
          <a:xfrm flipH="1">
            <a:off x="7346023" y="1417833"/>
            <a:ext cx="9760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A3909C-4D0B-4C1C-8844-47E0DC1594D1}"/>
              </a:ext>
            </a:extLst>
          </p:cNvPr>
          <p:cNvCxnSpPr/>
          <p:nvPr/>
        </p:nvCxnSpPr>
        <p:spPr>
          <a:xfrm flipH="1">
            <a:off x="5607977" y="5679896"/>
            <a:ext cx="9760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452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B6CC9-0DEE-4964-8528-F0C43BF3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38" y="809652"/>
            <a:ext cx="9417714" cy="511797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33E2CC-C3FD-46FC-8FCE-80265BE51E6E}"/>
              </a:ext>
            </a:extLst>
          </p:cNvPr>
          <p:cNvCxnSpPr/>
          <p:nvPr/>
        </p:nvCxnSpPr>
        <p:spPr>
          <a:xfrm flipH="1" flipV="1">
            <a:off x="4767209" y="1510301"/>
            <a:ext cx="1736333" cy="5137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C2F2DD-12D5-409F-A97C-1E8EA44C8E55}"/>
              </a:ext>
            </a:extLst>
          </p:cNvPr>
          <p:cNvSpPr/>
          <p:nvPr/>
        </p:nvSpPr>
        <p:spPr>
          <a:xfrm>
            <a:off x="1058238" y="708917"/>
            <a:ext cx="7017250" cy="2116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B55387-CDDB-49E3-9CC0-3E19E2161C76}"/>
              </a:ext>
            </a:extLst>
          </p:cNvPr>
          <p:cNvCxnSpPr/>
          <p:nvPr/>
        </p:nvCxnSpPr>
        <p:spPr>
          <a:xfrm flipH="1">
            <a:off x="6791218" y="3308279"/>
            <a:ext cx="1767155" cy="1207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14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CameraKit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CameraKit Walkthrough</dc:title>
  <dc:creator>Seamus Hickey</dc:creator>
  <cp:lastModifiedBy>Seamus Hickey</cp:lastModifiedBy>
  <cp:revision>19</cp:revision>
  <dcterms:created xsi:type="dcterms:W3CDTF">2025-11-11T10:09:12Z</dcterms:created>
  <dcterms:modified xsi:type="dcterms:W3CDTF">2025-11-11T11:56:02Z</dcterms:modified>
</cp:coreProperties>
</file>